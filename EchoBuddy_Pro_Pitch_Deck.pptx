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9260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HACKATHON 2026 • ASSISTIVE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Arial"/>
              </a:defRPr>
            </a:pPr>
            <a:r>
              <a:t>EchoBuddy Pro</a:t>
            </a:r>
          </a:p>
          <a:p>
            <a:pPr>
              <a:spcBef>
                <a:spcPts val="800"/>
              </a:spcBef>
              <a:defRPr sz="2200" b="1">
                <a:solidFill>
                  <a:srgbClr val="06B6D4"/>
                </a:solidFill>
              </a:defRPr>
            </a:pPr>
            <a:r>
              <a:t>Autonomous AI Spatial Perception &amp; Hands-Free Voice Companion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Solving the critical 'Last 10 Feet' micro-navigation gap for visually impaired individuals using real-time Neural Vision, Pinhole Optical Depth, and 3D Spatial Audio.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846320"/>
            <a:ext cx="5486400" cy="1188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PRESENTED BY: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Team Broxo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4846320"/>
            <a:ext cx="4846320" cy="1188720"/>
          </a:xfrm>
          <a:prstGeom prst="roundRect">
            <a:avLst/>
          </a:prstGeom>
          <a:solidFill>
            <a:srgbClr val="12182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ZERO HARDWARE DEPENDENCY</a:t>
            </a:r>
          </a:p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Runs on any standard smartphone camera &amp; earphones • 60 FPS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'Last 10 Feet' Accessibility Dilemma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253M+ visually impaired individuals navigate cities with GPS, but independence breaks down at the final 10 feet.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📍 Indoor Micro-Navigation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GPS gets a person to the building entrance, but fails completely inside.</a:t>
            </a:r>
            <a:br/>
            <a:br/>
            <a:r>
              <a:t>• Locating a specific door handle down a hallway or an empty bus seat is impossible with traditional mapping.</a:t>
            </a:r>
            <a:br/>
            <a:br/>
            <a:r>
              <a:t>• Micro-level spatial direction is absent in indoor spaces.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📱 The Touchscreen Takeover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Modern public kiosks, checkout counters, ticket machines, and appliances are replacing tactile buttons with smooth flat glass.</a:t>
            </a:r>
            <a:br/>
            <a:br/>
            <a:r>
              <a:t>• Visually impaired individuals cannot feel what they are pressing, leading to dependence on strangers and privacy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🔊 Audio Overload &amp; Latency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Existing apps speak robotic sentences: 'Move 3 inches left, 2 inches up' — this is too slow (&gt;3 sec latency) for real-time motor guidance.</a:t>
            </a:r>
            <a:br/>
            <a:br/>
            <a:r>
              <a:t>• Constant robotic voices block ambient hearing, which blind people rely on for safety and spatial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MARKET GAP ANALYSIS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Existing Solutions Fail the Visually Impaired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Current market solutions are either cost-prohibitive, ergonomically flawed, or rely on manual interaction.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💰 Prohibitive Hardware Cost ($1,000+)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Dedicated smart glasses and LiDAR hardware cost thousands of dollars, making them inaccessible to 95% of users globally. They require specialized chargers, heavy frames, and frequent maintenance.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🚫 Required Screen Tapping (Catch-22)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Most camera apps require the user to find and tap a tiny 'Capture' button on a flat screen — which blind users cannot visually locate without help.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🦯 White Canes Miss Head-Height Hazards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Traditional white canes only detect ground obstacles (1-3 feet). They offer zero detection for low-hanging branches, open shelves, mirrors, or table edges.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062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📐 Lack of Real Distance Estimation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Standard vision apps say 'A cup is detected', but cannot answer the critical question: 'How far is it, and which way should I extend my hand?'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OUR INNOVATION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EchoBuddy Pro: Autonomous Spatial Perception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100% software-powered platform turning standard smartphone cameras into an intelligent spatial guide.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🎙️ 1. Hands-Free Voice Agent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Complete zero-touch operation.</a:t>
            </a:r>
            <a:br/>
            <a:br/>
            <a:r>
              <a:t>• Simply speak naturally: 'Find my phone', 'Where is my bottle', or 'Scan room'.</a:t>
            </a:r>
            <a:br/>
            <a:br/>
            <a:r>
              <a:t>• Continuous listening agent interprets intent without requiring physical button taps.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👁️ 2. Optical Depth &amp; Neural Vision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Client-side Neural Network (TensorFlow.js) runs at 30-60 FPS directly on device GPU.</a:t>
            </a:r>
            <a:br/>
            <a:br/>
            <a:r>
              <a:t>• Pinhole Camera Geometry calculates exact distance in meters and feet in real-time.</a:t>
            </a:r>
            <a:br/>
            <a:br/>
            <a:r>
              <a:t>• Tracks 80+ indoor object categories with bounding boxes.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🔊 3. 3D Spatial Audio &amp; Haptics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Stereo Panning pans audio to left/right ear based on object angle.</a:t>
            </a:r>
            <a:br/>
            <a:br/>
            <a:r>
              <a:t>• Pitch frequency shifts with height (low = down, high = up).</a:t>
            </a:r>
            <a:br/>
            <a:br/>
            <a:r>
              <a:t>• Sonar pulse accelerates with proximity; phone vibrates on target 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TECHNICAL BLUEPRINT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End-to-End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Hybrid Edge-AI architecture ensuring sub-50ms latency and high privacy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Input Layer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Smartphone camera (60 FPS video stream) + Built-in Microphone for speech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2. Client AI Perception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TensorFlow.js COCO-SSD running on WebGL GPU; detects bounding box [x, y, w, h] &amp;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3. Spatial Math Engine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Pinhole Camera Geometry computes exact distance (dz) &amp; normalized angular offsets (dx, dy)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79"/>
            <a:ext cx="10698480" cy="8686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4. Multimodal Feedback</a:t>
            </a:r>
          </a:p>
          <a:p>
            <a:pPr>
              <a:spcBef>
                <a:spcPts val="200"/>
              </a:spcBef>
              <a:defRPr sz="1100">
                <a:solidFill>
                  <a:srgbClr val="F8FAFC"/>
                </a:solidFill>
              </a:defRPr>
            </a:pPr>
            <a:r>
              <a:t>Web Audio API generates 3D spatial sonar + Web Speech narrates distance + Haptic vibration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CORE ENGINEERING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Physics &amp; Mathematics Behind the Solution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Replacing expensive LiDAR sensors with camera geometry and audio coordinate transformation.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📐 Pinhole Optical Distance Formula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Distance (dz) = ( H_real * f_y ) / h_bbox</a:t>
            </a:r>
            <a:br/>
            <a:br/>
            <a:r>
              <a:t>• H_real: Known physical height lookup (e.g. Phone = 0.15m, Bottle = 0.24m)</a:t>
            </a:r>
            <a:br/>
            <a:r>
              <a:t>• f_y: Calibrated camera focal length in pixels (~600px)</a:t>
            </a:r>
            <a:br/>
            <a:r>
              <a:t>• h_bbox: Detected bounding box pixel height in camera frame</a:t>
            </a:r>
            <a:br/>
            <a:br/>
            <a:r>
              <a:t>Result: Sub-centimeter relative depth accuracy without LiDAR or time-of-flight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6634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🎵 3D Spatial Audio Coordinate Mapping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1. Stereo Pan (-1.0 Left to +1.0 Right):</a:t>
            </a:r>
            <a:br/>
            <a:r>
              <a:t>   Pan = (center_x - frame_w/2) / (frame_w/2)</a:t>
            </a:r>
            <a:br/>
            <a:br/>
            <a:r>
              <a:t>2. Pitch Frequency (261 Hz to 880 Hz):</a:t>
            </a:r>
            <a:br/>
            <a:r>
              <a:t>   Freq = F_min + ((dy + 1)/2) * (F_max - F_min)</a:t>
            </a:r>
            <a:br/>
            <a:br/>
            <a:r>
              <a:t>3. Pulse Rate (50ms to 600ms):</a:t>
            </a:r>
            <a:br/>
            <a:r>
              <a:t>   Faster beeping as distance decreases, transitioning to solid lock-on tone when dz &lt;= 0.25m.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FEATURE HIGHLIGHTS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Engineered Specifically for Blind Independence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Designed with human-centered accessibility and zero cognitive overload in mind.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🎙️ Hands-Free Voice Agent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Continuous background speech agent responds instantly to 'Find my phone', 'Where is my bottle', without touching the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👁️ 'What Do You See?' Scene Reader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Scans the entire room and speaks an ambient narrative: 'In your surroundings, I detect a laptop 0.8m away on your center and a bottle on your left.'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📳 Tactile Haptic Pulses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Generates subtle vibration patterns on smartphones when objects align with user grasp, confirming target lock without audio clutter.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⚡ Sub-50ms Ultra Low Latency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Instantaneous feedback ensures user hand movement and audio cues remain perfectly synchronized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3192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🌐 Full REST &amp; WebSocket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Provides production-ready backend endpoints (/api/v1/sonify, /api/v1/scene-describe) for third-party assistive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383280" cy="19202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1148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♿ WCAG 2.1 AAA Compliance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High-contrast dark mode glassmorphism UI designed for partially visually impaired users and accessible screen readers.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TECHNOLOGY STACK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Modern, Production-Grade Engineering Tools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Built using cutting-edge client-side AI, Web APIs, and high-performance Python backend.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TensorFlow.js (COCO-SSD)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Client-side neural network running directly inside browser GPU via WebGL; zero server transmission 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FastAPI &amp; Uvicorn (ASGI)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Asynchronous high-throughput Python backend providing RESTful endpoints and real-time WebSockets.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Web Audio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Low-latency audio synthesis graph (AudioContext, StereoPannerNode, OscillatorNode) for spatial acoustics.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Web Speech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Browser-native speech recognition for hands-free voice command interpretation and conversational TTS.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HTML5 Vibration API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Hardware-accelerated haptic feedback triggers tactile vibration cues upon object lock.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212080" cy="1234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754880"/>
            <a:ext cx="47548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OpenCV &amp; NumPy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Computer vision frame processing, geometric distance transformation, and image contour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LIVE DEMO FLOW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4-Step Seamless User Experience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How a blind user independently finds an object in under 5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Step 1: Voice Request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User simply speaks out loud:</a:t>
            </a:r>
            <a:br/>
            <a:r>
              <a:t>'Find my bottle'</a:t>
            </a:r>
            <a:br/>
            <a:br/>
            <a:r>
              <a:t>EchoBuddy voice agent recognizes intent and locks search target.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Step 2: Natural Camera Sweep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User sweeps smartphone camera across room.</a:t>
            </a:r>
            <a:br/>
            <a:br/>
            <a:r>
              <a:t>TensorFlow.js tracks objects at 60 FPS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rial"/>
              </a:defRPr>
            </a:pPr>
            <a:r>
              <a:t>Step 3: Spatial Audio Guidance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Stereo sound pans to target direction.</a:t>
            </a:r>
            <a:br/>
            <a:br/>
            <a:r>
              <a:t>Voice announces: 'Bottle is 1.2m away, 20° to your left.'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56032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011680"/>
            <a:ext cx="2103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Step 4: Contact Lock &amp; Reach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Pitch rises as hand approaches.</a:t>
            </a:r>
            <a:br/>
            <a:br/>
            <a:r>
              <a:t>Solid lock tone + phone vibrates when user hand is within 25cm.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IMPACT &amp; VISION</a:t>
            </a:r>
          </a:p>
          <a:p>
            <a:pPr>
              <a:spcBef>
                <a:spcPts val="400"/>
              </a:spcBef>
              <a:defRPr sz="2600" b="1">
                <a:solidFill>
                  <a:srgbClr val="F8FAFC"/>
                </a:solidFill>
                <a:latin typeface="Arial"/>
              </a:defRPr>
            </a:pPr>
            <a:r>
              <a:t>Social Impact &amp; Commercial Roadmap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Transforming disability assistance into affordable, universal spatial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Arial"/>
              </a:defRPr>
            </a:pPr>
            <a:r>
              <a:t>TEAM BROXO  •  ECHOBUDDY PRO  •  ASSISTIVE AI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🌍 Social &amp; Economic Impact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100% Free &amp; Open Hardware: Runs on existing phones, saving users $1,500+ compared to smart glasses.</a:t>
            </a:r>
            <a:br/>
            <a:br/>
            <a:r>
              <a:t>• Dignity &amp; Independence: Users can shop, work, and navigate without relying on sighted assistants.</a:t>
            </a:r>
            <a:br/>
            <a:br/>
            <a:r>
              <a:t>• Universal Access: Works in any room, office, or public transit.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Arial"/>
              </a:defRPr>
            </a:pPr>
            <a:r>
              <a:t>🚀 Near-Term Roadmap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Phase 1: Smart Glasses Integration via USB-C / Bluetooth camera clip-on.</a:t>
            </a:r>
            <a:br/>
            <a:br/>
            <a:r>
              <a:t>• Phase 2: Retail Shelf Barcode &amp; OCR integration for reading product expiration dates &amp; labels.</a:t>
            </a:r>
            <a:br/>
            <a:br/>
            <a:r>
              <a:t>• Phase 3: Offline quantized on-device Edge models (TFLite / ONNX).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114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283464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Arial"/>
              </a:defRPr>
            </a:pPr>
            <a:r>
              <a:t>💼 Developer Ecosystem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• Open-Source SDK: Enabling other navigation apps (e.g. Google Maps, Be My Eyes) to embed our spatial audio engine.</a:t>
            </a:r>
            <a:br/>
            <a:br/>
            <a:r>
              <a:t>• Commercial B2B APIs for airport kiosks, hotels, and retail stores to offer accessible indoor pinpointing.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663440"/>
          </a:xfrm>
          <a:prstGeom prst="roundRect">
            <a:avLst/>
          </a:prstGeom>
          <a:solidFill>
            <a:srgbClr val="12182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0" rIns="731520"/>
          <a:lstStyle/>
          <a:p>
            <a:pPr algn="ctr">
              <a:defRPr sz="44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06B6D4"/>
                </a:solidFill>
              </a:defRPr>
            </a:pPr>
            <a:r>
              <a:t>EchoBuddy Pro — Empowering Sight Through Spatial Sound</a:t>
            </a:r>
          </a:p>
          <a:p>
            <a:pPr algn="ctr">
              <a:spcBef>
                <a:spcPts val="1800"/>
              </a:spcBef>
              <a:defRPr sz="2200" b="1">
                <a:solidFill>
                  <a:srgbClr val="A855F7"/>
                </a:solidFill>
              </a:defRPr>
            </a:pPr>
            <a:r>
              <a:t>Designed &amp; Built with ❤️ by Team Broxo</a:t>
            </a:r>
          </a:p>
          <a:p>
            <a:pPr algn="ctr">
              <a:spcBef>
                <a:spcPts val="1400"/>
              </a:spcBef>
              <a:defRPr sz="1300">
                <a:solidFill>
                  <a:srgbClr val="10B981"/>
                </a:solidFill>
              </a:defRPr>
            </a:pPr>
            <a:r>
              <a:t>Live Interactive Demo: http://127.0.0.1:8000  •  Open-Source Prototype Ready</a:t>
            </a:r>
          </a:p>
          <a:p>
            <a:pPr algn="ctr">
              <a:spcBef>
                <a:spcPts val="1800"/>
              </a:spcBef>
              <a:defRPr sz="1600" b="1">
                <a:solidFill>
                  <a:srgbClr val="94A3B8"/>
                </a:solidFill>
              </a:defRPr>
            </a:pPr>
            <a:r>
              <a:t>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